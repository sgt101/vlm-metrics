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A56"/>
                </a:solidFill>
              </a:defRPr>
            </a:pPr>
            <a: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Subtitle or presentation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</a:defRPr>
            </a:pPr>
            <a:r>
              <a:t>VLM-Metrics | Responsible AI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4805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Presenter Name |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9144000" cy="182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5A5A6"/>
                </a:solidFill>
              </a:defRPr>
            </a:pPr>
            <a:r>
              <a:t>VLM-Metrics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37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A5A6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Slide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t>• First key point or insight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t>• Second key point or insight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t>• Third key point or insight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t>• Fourth key point or 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DCDCDC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A56"/>
                </a:solidFill>
              </a:defRPr>
            </a:pPr>
            <a:r>
              <a:t>Section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5A5A6"/>
                </a:solidFill>
              </a:defRPr>
            </a:pPr>
            <a:r>
              <a:t>VLM-Metrics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9144000" cy="182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5A5A6"/>
                </a:solidFill>
              </a:defRPr>
            </a:pPr>
            <a:r>
              <a:t>VLM-Metrics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37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A5A6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Slide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114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600">
                <a:solidFill>
                  <a:srgbClr val="212F3D"/>
                </a:solidFill>
              </a:defRPr>
            </a:pPr>
            <a:r>
              <a:t>• Key insight one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600">
                <a:solidFill>
                  <a:srgbClr val="212F3D"/>
                </a:solidFill>
              </a:defRPr>
            </a:pPr>
            <a:r>
              <a:t>• Key insight two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600">
                <a:solidFill>
                  <a:srgbClr val="212F3D"/>
                </a:solidFill>
              </a:defRPr>
            </a:pPr>
            <a:r>
              <a:t>• Key insight three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600">
                <a:solidFill>
                  <a:srgbClr val="212F3D"/>
                </a:solidFill>
              </a:defRPr>
            </a:pPr>
            <a:r>
              <a:t>• Key insight four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ECF0F1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5A5A6"/>
                </a:solidFill>
              </a:defRPr>
            </a:pPr>
            <a:r>
              <a:t>[Chart or Image]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92A56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C3E50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>
                <a:solidFill>
                  <a:srgbClr val="95A5A6"/>
                </a:solidFill>
              </a:defRPr>
            </a:pPr>
            <a:r>
              <a:t>contact@vlm-metrics.com</a:t>
            </a:r>
          </a:p>
          <a:p>
            <a:pPr algn="ctr">
              <a:spcAft>
                <a:spcPts val="600"/>
              </a:spcAft>
              <a:defRPr sz="1400">
                <a:solidFill>
                  <a:srgbClr val="95A5A6"/>
                </a:solidFill>
              </a:defRPr>
            </a:pPr>
            <a:r>
              <a:t>www.vlm-metrics.com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5A5A6"/>
                </a:solidFill>
              </a:defRPr>
            </a:pPr>
            <a:r>
              <a:t>VLM-Metrics | Responsible AI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